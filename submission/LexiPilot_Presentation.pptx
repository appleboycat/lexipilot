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LexiPilot Presentation</dc:title>
  <dc:subject>AMD Radeon Hackathon 2026 Track 2</dc:subject>
  <dc:creator>sheepdog - appleboycat, du-du-lu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